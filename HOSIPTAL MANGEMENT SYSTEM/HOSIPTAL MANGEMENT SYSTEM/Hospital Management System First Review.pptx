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1" r:id="rId10"/>
    <p:sldId id="264" r:id="rId11"/>
    <p:sldId id="266" r:id="rId12"/>
    <p:sldId id="267" r:id="rId13"/>
    <p:sldId id="269" r:id="rId14"/>
    <p:sldId id="268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17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DC8A-1290-1424-E5E3-5595AF7D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03018-A48B-25FD-409F-17E8A5A29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857CD-6D30-F527-A315-F0FF01DB2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0BCB0-36BF-CEEA-7B1D-78BA2CC21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59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BBA4F-5279-B8A8-5EBC-EBA87884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1200D-80FF-21FD-2F97-CCBF0A9FD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36F0E-7E65-0ADC-762E-DBA5EDEDE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62600-86FA-54B4-7FA9-FB19A15BE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0"/>
            <a:ext cx="8001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0"/>
            <a:ext cx="3429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33350" cy="10287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09650" y="1381125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INTRODUCTION</a:t>
            </a:r>
            <a:endParaRPr lang="en-US" sz="2100" dirty="0"/>
          </a:p>
        </p:txBody>
      </p:sp>
      <p:sp>
        <p:nvSpPr>
          <p:cNvPr id="7" name="Text 1"/>
          <p:cNvSpPr/>
          <p:nvPr/>
        </p:nvSpPr>
        <p:spPr>
          <a:xfrm>
            <a:off x="978877" y="2400300"/>
            <a:ext cx="78105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7200" dirty="0"/>
          </a:p>
        </p:txBody>
      </p:sp>
      <p:sp>
        <p:nvSpPr>
          <p:cNvPr id="8" name="Text 2"/>
          <p:cNvSpPr/>
          <p:nvPr/>
        </p:nvSpPr>
        <p:spPr>
          <a:xfrm>
            <a:off x="1047750" y="5772150"/>
            <a:ext cx="7239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lightweight, browser-based platform that streamlines patient records, appointments, billing, and staff coordination — built entirely with front-end web technologies.</a:t>
            </a:r>
            <a:endParaRPr lang="en-US" sz="22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AD48C8-3314-3495-9ACE-4CE4CFBF494C}"/>
              </a:ext>
            </a:extLst>
          </p:cNvPr>
          <p:cNvSpPr txBox="1"/>
          <p:nvPr/>
        </p:nvSpPr>
        <p:spPr>
          <a:xfrm>
            <a:off x="1047750" y="7705546"/>
            <a:ext cx="80053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UNDER THE GUIDE OF:LALITHA VANI SREE MAM</a:t>
            </a:r>
          </a:p>
          <a:p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Team Members = 2500030524 – MOHANA KRISHNA REDDY</a:t>
            </a:r>
          </a:p>
          <a:p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                                2500030523 – GANESH CHOWDARY</a:t>
            </a:r>
          </a:p>
          <a:p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                                2500031355 -  LOVA SATYA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1430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1143000" y="2381250"/>
            <a:ext cx="10477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hospital data manually creates friction across every role — the system tackles  are the core pain points.</a:t>
            </a:r>
            <a:endParaRPr lang="en-US" sz="2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29000"/>
            <a:ext cx="7905750" cy="2857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9250" y="3810000"/>
            <a:ext cx="70485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Data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619250" y="4381500"/>
            <a:ext cx="70485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for patients, doctors, appointments and billing live in disconnected sheets — slow to search, easy to lose, and hard to keep consistent.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0" y="3429000"/>
            <a:ext cx="7715250" cy="2857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06000" y="3810000"/>
            <a:ext cx="6858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9906000" y="4381500"/>
            <a:ext cx="68580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clear permissions, staff and patients see the same screens — risking privacy, security, and confusion over responsibilities.</a:t>
            </a:r>
            <a:endParaRPr lang="en-US" sz="1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667500"/>
            <a:ext cx="16002000" cy="219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19250" y="7239000"/>
            <a:ext cx="15049500" cy="895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billing, missed appointments, and duplicated effort waste hospital resources every single day.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AIM TO ACHIEVE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1430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Objectives</a:t>
            </a:r>
            <a:endParaRPr lang="en-US" sz="5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43250"/>
            <a:ext cx="3714750" cy="5334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43250"/>
            <a:ext cx="37147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24000" y="371475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F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1524000" y="4762500"/>
            <a:ext cx="2952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Info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1524000" y="5334000"/>
            <a:ext cx="295275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and retrieve complete patient profiles, medical history and contact details securely.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3178419"/>
            <a:ext cx="3714750" cy="53340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0" y="3143250"/>
            <a:ext cx="3714750" cy="114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619750" y="371475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F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6"/>
          <p:cNvSpPr/>
          <p:nvPr/>
        </p:nvSpPr>
        <p:spPr>
          <a:xfrm>
            <a:off x="5619750" y="4762500"/>
            <a:ext cx="2952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5619750" y="5334000"/>
            <a:ext cx="295275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patients book, view and manage appointments with the right doctors in real time.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920" y="3200400"/>
            <a:ext cx="3714750" cy="53340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3143250"/>
            <a:ext cx="3714750" cy="114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15500" y="371475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FE0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9"/>
          <p:cNvSpPr/>
          <p:nvPr/>
        </p:nvSpPr>
        <p:spPr>
          <a:xfrm>
            <a:off x="9715500" y="4762500"/>
            <a:ext cx="2952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2400" dirty="0"/>
          </a:p>
        </p:txBody>
      </p:sp>
      <p:sp>
        <p:nvSpPr>
          <p:cNvPr id="19" name="Text 10"/>
          <p:cNvSpPr/>
          <p:nvPr/>
        </p:nvSpPr>
        <p:spPr>
          <a:xfrm>
            <a:off x="9715500" y="5334000"/>
            <a:ext cx="295275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track bills and payments for consultations and services transparently.</a:t>
            </a:r>
            <a:endParaRPr lang="en-US" sz="18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0250" y="3257550"/>
            <a:ext cx="3714750" cy="533400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30250" y="3143250"/>
            <a:ext cx="3714750" cy="114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3811250" y="371475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6B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Text 12"/>
          <p:cNvSpPr/>
          <p:nvPr/>
        </p:nvSpPr>
        <p:spPr>
          <a:xfrm>
            <a:off x="13811250" y="4762500"/>
            <a:ext cx="2952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24" name="Text 13"/>
          <p:cNvSpPr/>
          <p:nvPr/>
        </p:nvSpPr>
        <p:spPr>
          <a:xfrm>
            <a:off x="13811250" y="5334000"/>
            <a:ext cx="295275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doctors, departments and hospital resources from a single admin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SYSTEM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23950" y="1333500"/>
            <a:ext cx="142875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Roles, One System</a:t>
            </a:r>
            <a:endParaRPr lang="en-US" sz="5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43250"/>
            <a:ext cx="5076825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143250"/>
            <a:ext cx="5076825" cy="2857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8650" y="3143250"/>
            <a:ext cx="5076825" cy="2857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6286500"/>
            <a:ext cx="507682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2850" dirty="0"/>
          </a:p>
        </p:txBody>
      </p:sp>
      <p:sp>
        <p:nvSpPr>
          <p:cNvPr id="8" name="Text 3"/>
          <p:cNvSpPr/>
          <p:nvPr/>
        </p:nvSpPr>
        <p:spPr>
          <a:xfrm>
            <a:off x="1143000" y="6858000"/>
            <a:ext cx="5076825" cy="1076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Register, log in, book and view appointments, access medical records, and pay bills online.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600825" y="6286500"/>
            <a:ext cx="507682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6600825" y="6858000"/>
            <a:ext cx="5076825" cy="1076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their schedules, manage patient appointments, update diagnoses and treatment notes.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2058650" y="6286500"/>
            <a:ext cx="507682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6B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</a:t>
            </a:r>
            <a:endParaRPr lang="en-US" sz="2850" dirty="0"/>
          </a:p>
        </p:txBody>
      </p:sp>
      <p:sp>
        <p:nvSpPr>
          <p:cNvPr id="12" name="Text 7"/>
          <p:cNvSpPr/>
          <p:nvPr/>
        </p:nvSpPr>
        <p:spPr>
          <a:xfrm>
            <a:off x="12058650" y="6858000"/>
            <a:ext cx="5076825" cy="1076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Oversee users, doctors and departments, manage resources, and monitor overall operations.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MODULES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1430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 Breakdown</a:t>
            </a:r>
            <a:endParaRPr lang="en-US" sz="5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43250"/>
            <a:ext cx="5076825" cy="571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3619500"/>
            <a:ext cx="666750" cy="666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19250" y="4476750"/>
            <a:ext cx="4191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Module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1619250" y="5143500"/>
            <a:ext cx="4191000" cy="2105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&amp; secure login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and cancel appointments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medical history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and track payments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personal profile</a:t>
            </a:r>
            <a:endParaRPr lang="en-US" sz="1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3143250"/>
            <a:ext cx="5076825" cy="57150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3619500"/>
            <a:ext cx="666750" cy="6667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077075" y="4476750"/>
            <a:ext cx="4191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Module</a:t>
            </a:r>
            <a:endParaRPr lang="en-US" sz="2700" dirty="0"/>
          </a:p>
        </p:txBody>
      </p:sp>
      <p:sp>
        <p:nvSpPr>
          <p:cNvPr id="12" name="Text 5"/>
          <p:cNvSpPr/>
          <p:nvPr/>
        </p:nvSpPr>
        <p:spPr>
          <a:xfrm>
            <a:off x="7077075" y="5143500"/>
            <a:ext cx="4191000" cy="2105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daily schedule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or reschedule visits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patient records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diagnosis &amp; notes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appointment status</a:t>
            </a:r>
            <a:endParaRPr lang="en-US" sz="1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8650" y="3143250"/>
            <a:ext cx="5076825" cy="571500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34900" y="3619500"/>
            <a:ext cx="666750" cy="6667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2534900" y="4476750"/>
            <a:ext cx="4191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Module</a:t>
            </a:r>
            <a:endParaRPr lang="en-US" sz="2700" dirty="0"/>
          </a:p>
        </p:txBody>
      </p:sp>
      <p:sp>
        <p:nvSpPr>
          <p:cNvPr id="16" name="Text 7"/>
          <p:cNvSpPr/>
          <p:nvPr/>
        </p:nvSpPr>
        <p:spPr>
          <a:xfrm>
            <a:off x="12534900" y="5143500"/>
            <a:ext cx="4191000" cy="2105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all users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&amp; assign doctors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Oversee departments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payments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system resources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NAVIGATION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23950" y="1333500"/>
            <a:ext cx="142875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Login to Role Dashboards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00500"/>
            <a:ext cx="3429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8750" y="447675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Page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428750" y="5048250"/>
            <a:ext cx="2857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or register and choose your role.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000500"/>
            <a:ext cx="342900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6000" y="447675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6096000" y="5048250"/>
            <a:ext cx="2857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validated against stored users.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000500"/>
            <a:ext cx="3429000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63250" y="447675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Routing</a:t>
            </a:r>
            <a:endParaRPr lang="en-US" sz="2550" dirty="0"/>
          </a:p>
        </p:txBody>
      </p:sp>
      <p:sp>
        <p:nvSpPr>
          <p:cNvPr id="12" name="Text 7"/>
          <p:cNvSpPr/>
          <p:nvPr/>
        </p:nvSpPr>
        <p:spPr>
          <a:xfrm>
            <a:off x="10763250" y="5048250"/>
            <a:ext cx="2857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sent to the right dashboard by role.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0" y="4000500"/>
            <a:ext cx="2000250" cy="2286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35250" y="4476750"/>
            <a:ext cx="161925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Role-specific functions</a:t>
            </a:r>
            <a:endParaRPr lang="en-US" sz="2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5086350"/>
            <a:ext cx="1143000" cy="1524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350" y="5086350"/>
            <a:ext cx="1143000" cy="1524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00" y="5086350"/>
            <a:ext cx="1143000" cy="1524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43000" y="7239000"/>
            <a:ext cx="1600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screen a user reaches depends on the role stored at login — keeping data private and interfaces focused.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INSIDE THE MODULES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1430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Details</a:t>
            </a:r>
            <a:endParaRPr lang="en-US" sz="5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5076825" cy="5905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5076825" cy="857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24000" y="3286125"/>
            <a:ext cx="4381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Processes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524000" y="4191000"/>
            <a:ext cx="4381500" cy="222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create an account, browse available doctors and departments, request appointments, and receive confirmations. They review past visits, download reports, and settle bills through the payments screen.</a:t>
            </a:r>
            <a:endParaRPr lang="en-US" sz="1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3048000"/>
            <a:ext cx="5076825" cy="59055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048000"/>
            <a:ext cx="5076825" cy="8572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981825" y="3286125"/>
            <a:ext cx="4381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Capabilities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6981825" y="4191000"/>
            <a:ext cx="4381500" cy="2600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Doctors log in to a personalized dashboard showing their upcoming appointments. They accept or reschedule requests, open patient records, record diagnoses and prescriptions, and mark visits as complete.</a:t>
            </a:r>
            <a:endParaRPr lang="en-US" sz="1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8650" y="3048000"/>
            <a:ext cx="5076825" cy="590550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8650" y="3048000"/>
            <a:ext cx="5076825" cy="8572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2439650" y="3286125"/>
            <a:ext cx="4381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Management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12439650" y="4191000"/>
            <a:ext cx="4381500" cy="222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CFE7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add and remove doctors, assign them to departments, manage patient accounts, and monitor all appointments and payments across the hospital from one control center.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335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&amp; CONCLUSION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42875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It in Action</a:t>
            </a:r>
            <a:endParaRPr lang="en-US" sz="5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7905750" cy="5810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9250" y="3429000"/>
            <a:ext cx="70485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FE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Order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1619250" y="4095750"/>
            <a:ext cx="7048500" cy="2333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2100" dirty="0">
                <a:solidFill>
                  <a:srgbClr val="EEF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Register a new patient account</a:t>
            </a:r>
            <a:endParaRPr lang="en-US" sz="21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100" dirty="0">
                <a:solidFill>
                  <a:srgbClr val="EEF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Log in and book an appointment</a:t>
            </a:r>
            <a:endParaRPr lang="en-US" sz="21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100" dirty="0">
                <a:solidFill>
                  <a:srgbClr val="EEF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Doctor confirms &amp; adds notes</a:t>
            </a:r>
            <a:endParaRPr lang="en-US" sz="21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100" dirty="0">
                <a:solidFill>
                  <a:srgbClr val="EEF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Patient completes a payment</a:t>
            </a:r>
            <a:endParaRPr lang="en-US" sz="21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2100" dirty="0">
                <a:solidFill>
                  <a:srgbClr val="EEF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Admin reviews users &amp; reports</a:t>
            </a:r>
            <a:endParaRPr lang="en-US" sz="2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0" y="3048000"/>
            <a:ext cx="7715250" cy="5810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06000" y="3429000"/>
            <a:ext cx="685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9906000" y="4095750"/>
            <a:ext cx="6858000" cy="2333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Centralized, always-available records</a:t>
            </a:r>
            <a:endParaRPr lang="en-US" sz="210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role-based access for all</a:t>
            </a:r>
            <a:endParaRPr lang="en-US" sz="210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appointments &amp; billing</a:t>
            </a:r>
            <a:endParaRPr lang="en-US" sz="210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backend — easy to deploy</a:t>
            </a:r>
            <a:endParaRPr lang="en-US" sz="2100" dirty="0"/>
          </a:p>
          <a:p>
            <a:pPr marL="342900" indent="-342900" algn="l">
              <a:lnSpc>
                <a:spcPct val="175000"/>
              </a:lnSpc>
              <a:buSzPct val="100000"/>
              <a:buChar char="•"/>
            </a:pPr>
            <a:r>
              <a:rPr lang="en-US" sz="2100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base ready to scale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 &amp; UI DESIGN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3335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Accessing Browser</a:t>
            </a:r>
            <a:endParaRPr lang="en-US" sz="5100" dirty="0"/>
          </a:p>
        </p:txBody>
      </p:sp>
      <p:sp>
        <p:nvSpPr>
          <p:cNvPr id="7" name="Text 3"/>
          <p:cNvSpPr/>
          <p:nvPr/>
        </p:nvSpPr>
        <p:spPr>
          <a:xfrm>
            <a:off x="1524000" y="4286250"/>
            <a:ext cx="295275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5619750" y="3619500"/>
            <a:ext cx="2952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5619750" y="4286250"/>
            <a:ext cx="295275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9715500" y="3619500"/>
            <a:ext cx="2952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13" name="Text 7"/>
          <p:cNvSpPr/>
          <p:nvPr/>
        </p:nvSpPr>
        <p:spPr>
          <a:xfrm>
            <a:off x="9715500" y="4286250"/>
            <a:ext cx="295275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75" dirty="0"/>
          </a:p>
        </p:txBody>
      </p:sp>
      <p:sp>
        <p:nvSpPr>
          <p:cNvPr id="15" name="Text 8"/>
          <p:cNvSpPr/>
          <p:nvPr/>
        </p:nvSpPr>
        <p:spPr>
          <a:xfrm>
            <a:off x="13811250" y="3619500"/>
            <a:ext cx="2952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endParaRPr lang="en-US" sz="2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177539"/>
            <a:ext cx="16230600" cy="450913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619250" y="7239000"/>
            <a:ext cx="15049500" cy="447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27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59560-9C6E-46F3-840D-4A4946B2B04D}"/>
              </a:ext>
            </a:extLst>
          </p:cNvPr>
          <p:cNvSpPr txBox="1"/>
          <p:nvPr/>
        </p:nvSpPr>
        <p:spPr>
          <a:xfrm>
            <a:off x="1440180" y="3177540"/>
            <a:ext cx="14606499" cy="39908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94E79"/>
                </a:solidFill>
              </a:defRPr>
            </a:pPr>
            <a:r>
              <a:rPr lang="en-IN" sz="4400" dirty="0"/>
              <a:t>DEMO 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rPr lang="en-IN" sz="4400" dirty="0"/>
              <a:t>1. Open Home Page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rPr lang="en-IN" sz="4400" dirty="0"/>
              <a:t>2. Patient Login → Book Appointment → Payment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rPr lang="en-IN" sz="4400" dirty="0"/>
              <a:t>3. Doctor Login → Schedule → Medical History → Prescriptions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rPr lang="en-IN" sz="4400" dirty="0"/>
              <a:t>4. Admin Login → Manage → Resources → Staff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952500"/>
            <a:ext cx="7620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IMPLEMENTATION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23950" y="1333500"/>
            <a:ext cx="13335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cs typeface="Poppins" pitchFamily="34" charset="-120"/>
              </a:rPr>
              <a:t>Admin Module</a:t>
            </a:r>
            <a:endParaRPr lang="en-US" sz="5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3146181"/>
            <a:ext cx="762000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9250" y="357187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24000" y="3238500"/>
            <a:ext cx="6762750" cy="1476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Manage Doctor</a:t>
            </a:r>
          </a:p>
          <a:p>
            <a:endParaRPr lang="en-IN" sz="2000" dirty="0"/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</a:defRPr>
            </a:pPr>
            <a:r>
              <a:rPr lang="en-IN" sz="2000" dirty="0"/>
              <a:t>Displays doctor records.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57800"/>
            <a:ext cx="7620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9250" y="5524500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Manage Patients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619250" y="6000750"/>
            <a:ext cx="6667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endParaRPr lang="en-IN" sz="2000" dirty="0"/>
          </a:p>
          <a:p>
            <a:pPr>
              <a:lnSpc>
                <a:spcPct val="140000"/>
              </a:lnSpc>
            </a:pPr>
            <a:r>
              <a:rPr lang="en-IN" sz="2000" dirty="0"/>
              <a:t>Displays patient records.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143750"/>
            <a:ext cx="7620000" cy="171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19250" y="747712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solidFill>
                  <a:srgbClr val="0A3D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Appointment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1619250" y="7953375"/>
            <a:ext cx="6667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endParaRPr lang="en-IN" sz="2000" dirty="0"/>
          </a:p>
          <a:p>
            <a:pPr>
              <a:lnSpc>
                <a:spcPct val="140000"/>
              </a:lnSpc>
            </a:pPr>
            <a:r>
              <a:rPr lang="en-IN" sz="2000" dirty="0"/>
              <a:t>Displays scheduled consultations.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sp>
        <p:nvSpPr>
          <p:cNvPr id="15" name="Text 8"/>
          <p:cNvSpPr/>
          <p:nvPr/>
        </p:nvSpPr>
        <p:spPr>
          <a:xfrm>
            <a:off x="9715500" y="3714750"/>
            <a:ext cx="7048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A8464E9-E300-A591-40FB-063104D4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270006"/>
            <a:ext cx="7620000" cy="1714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A35BC98-763A-B6ED-D2DE-78548EBE6637}"/>
              </a:ext>
            </a:extLst>
          </p:cNvPr>
          <p:cNvSpPr txBox="1"/>
          <p:nvPr/>
        </p:nvSpPr>
        <p:spPr>
          <a:xfrm>
            <a:off x="9886950" y="357187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 Resource Allocation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4C1D6-347B-24EA-79C6-A8645FC38CB7}"/>
              </a:ext>
            </a:extLst>
          </p:cNvPr>
          <p:cNvSpPr txBox="1"/>
          <p:nvPr/>
        </p:nvSpPr>
        <p:spPr>
          <a:xfrm>
            <a:off x="9886950" y="4278229"/>
            <a:ext cx="951697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beds, ICU beds, ventilators and operation rooms.</a:t>
            </a:r>
          </a:p>
          <a:p>
            <a:endParaRPr lang="en-IN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0DEA1680-1C67-49F7-1628-5CB50A644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309" y="5429250"/>
            <a:ext cx="6611814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7FB11-2D1F-DECC-E3C2-F442E942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B0F237F-43C5-47C7-C662-3572C8C0E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F11E815-02A9-1A02-09AC-37BF4C6AD0F0}"/>
              </a:ext>
            </a:extLst>
          </p:cNvPr>
          <p:cNvSpPr/>
          <p:nvPr/>
        </p:nvSpPr>
        <p:spPr>
          <a:xfrm>
            <a:off x="1866900" y="952500"/>
            <a:ext cx="7620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IMPLEMENTATION</a:t>
            </a:r>
            <a:endParaRPr lang="en-US" sz="19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62F868-447C-80C4-5B32-DBFC69E8AB15}"/>
              </a:ext>
            </a:extLst>
          </p:cNvPr>
          <p:cNvSpPr/>
          <p:nvPr/>
        </p:nvSpPr>
        <p:spPr>
          <a:xfrm>
            <a:off x="1123950" y="1333500"/>
            <a:ext cx="13335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Module</a:t>
            </a:r>
            <a:endParaRPr lang="en-US" sz="51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010B469-3E28-15CC-C597-362C345B0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00400"/>
            <a:ext cx="7620000" cy="1714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6A165466-99A9-1B74-C8A9-9404B66F7714}"/>
              </a:ext>
            </a:extLst>
          </p:cNvPr>
          <p:cNvSpPr/>
          <p:nvPr/>
        </p:nvSpPr>
        <p:spPr>
          <a:xfrm>
            <a:off x="1619250" y="357187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E9DCA07-8273-0AC8-928E-82560CE9BBAB}"/>
              </a:ext>
            </a:extLst>
          </p:cNvPr>
          <p:cNvSpPr/>
          <p:nvPr/>
        </p:nvSpPr>
        <p:spPr>
          <a:xfrm>
            <a:off x="1524000" y="3714750"/>
            <a:ext cx="676275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2000" dirty="0"/>
              <a:t>Doctor can view the consultation schedule.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3A52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75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47F35BF7-CA56-437A-6D68-FE76101CA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191125"/>
            <a:ext cx="7620000" cy="171450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22D6F8A0-821E-B345-5044-1D3C19B738BC}"/>
              </a:ext>
            </a:extLst>
          </p:cNvPr>
          <p:cNvSpPr/>
          <p:nvPr/>
        </p:nvSpPr>
        <p:spPr>
          <a:xfrm>
            <a:off x="1619250" y="5524500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Patient Diagnosis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FE26CE9-093D-6AEE-18A3-946C34E30358}"/>
              </a:ext>
            </a:extLst>
          </p:cNvPr>
          <p:cNvSpPr/>
          <p:nvPr/>
        </p:nvSpPr>
        <p:spPr>
          <a:xfrm>
            <a:off x="1619250" y="6210298"/>
            <a:ext cx="6667500" cy="457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2000" dirty="0"/>
              <a:t>Medical History shows patient diagnosis, allergies and previous treatment.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6DB0B7FD-FBB4-7556-BCDC-714C12BCB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143750"/>
            <a:ext cx="7620000" cy="171450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4FF5884E-45E6-3D09-5112-95DCA4A82AC1}"/>
              </a:ext>
            </a:extLst>
          </p:cNvPr>
          <p:cNvSpPr/>
          <p:nvPr/>
        </p:nvSpPr>
        <p:spPr>
          <a:xfrm>
            <a:off x="1619250" y="747712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Medicine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9A4F732-4170-E20E-8976-FE16AB6AF409}"/>
              </a:ext>
            </a:extLst>
          </p:cNvPr>
          <p:cNvSpPr/>
          <p:nvPr/>
        </p:nvSpPr>
        <p:spPr>
          <a:xfrm>
            <a:off x="1524000" y="8162923"/>
            <a:ext cx="6762750" cy="457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IN" sz="2000" dirty="0"/>
              <a:t>Prescription Management shows medicine, dosage, duration and instructions.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44F199F-EAAD-8B3E-D278-0532A5CA3E68}"/>
              </a:ext>
            </a:extLst>
          </p:cNvPr>
          <p:cNvSpPr/>
          <p:nvPr/>
        </p:nvSpPr>
        <p:spPr>
          <a:xfrm>
            <a:off x="9715500" y="3714750"/>
            <a:ext cx="7048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E0CD3AA-8D8F-329A-CBCF-78035ED40F82}"/>
              </a:ext>
            </a:extLst>
          </p:cNvPr>
          <p:cNvSpPr/>
          <p:nvPr/>
        </p:nvSpPr>
        <p:spPr>
          <a:xfrm>
            <a:off x="9715500" y="4286250"/>
            <a:ext cx="7048500" cy="2990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endParaRPr lang="en-US" sz="2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01D507-84D8-E282-88E8-E0FEC9A50B5D}"/>
              </a:ext>
            </a:extLst>
          </p:cNvPr>
          <p:cNvSpPr txBox="1"/>
          <p:nvPr/>
        </p:nvSpPr>
        <p:spPr>
          <a:xfrm>
            <a:off x="1524000" y="336485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Consultation</a:t>
            </a:r>
            <a:endParaRPr lang="en-US" sz="24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A00CC5D-D71E-7C4C-67AD-8C0BA4959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2" y="4286250"/>
            <a:ext cx="7620000" cy="1714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8C91AA-116F-E41A-0924-624DA1731163}"/>
              </a:ext>
            </a:extLst>
          </p:cNvPr>
          <p:cNvSpPr txBox="1"/>
          <p:nvPr/>
        </p:nvSpPr>
        <p:spPr>
          <a:xfrm>
            <a:off x="9486900" y="440754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Support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7D18D8-E434-A9F6-2C1F-7FB2D3519BD5}"/>
              </a:ext>
            </a:extLst>
          </p:cNvPr>
          <p:cNvSpPr txBox="1"/>
          <p:nvPr/>
        </p:nvSpPr>
        <p:spPr>
          <a:xfrm>
            <a:off x="9525002" y="4925342"/>
            <a:ext cx="9313984" cy="91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IN" sz="2000" dirty="0"/>
              <a:t>This module supports doctor-side consultation management.</a:t>
            </a:r>
            <a:endParaRPr lang="en-US" sz="2000" dirty="0"/>
          </a:p>
          <a:p>
            <a:pPr>
              <a:lnSpc>
                <a:spcPct val="140000"/>
              </a:lnSpc>
            </a:pPr>
            <a:endParaRPr lang="en-US" sz="2000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5CCAB526-3867-0727-2ED9-CA7836DEE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363415"/>
            <a:ext cx="5714999" cy="335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B85AD-2411-942E-1119-CE7DC1AE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15AB082-F513-48DE-AA27-85270B1BB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533400" cy="533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B93E9EE-EFEA-E272-5E2A-639A1984C085}"/>
              </a:ext>
            </a:extLst>
          </p:cNvPr>
          <p:cNvSpPr/>
          <p:nvPr/>
        </p:nvSpPr>
        <p:spPr>
          <a:xfrm>
            <a:off x="1866900" y="952500"/>
            <a:ext cx="7620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A0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IMPLEMENTATION</a:t>
            </a:r>
            <a:endParaRPr lang="en-US" sz="19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9CB031A-92FF-D7BA-7B8A-80A5D0412D35}"/>
              </a:ext>
            </a:extLst>
          </p:cNvPr>
          <p:cNvSpPr/>
          <p:nvPr/>
        </p:nvSpPr>
        <p:spPr>
          <a:xfrm>
            <a:off x="1123950" y="1333500"/>
            <a:ext cx="133350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Module</a:t>
            </a:r>
            <a:endParaRPr lang="en-US" sz="51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834A689-33DC-6FEF-F52A-3AA08162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00400"/>
            <a:ext cx="7620000" cy="1714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41C8068-ABD4-2711-C801-F0084BDCF68A}"/>
              </a:ext>
            </a:extLst>
          </p:cNvPr>
          <p:cNvSpPr/>
          <p:nvPr/>
        </p:nvSpPr>
        <p:spPr>
          <a:xfrm>
            <a:off x="1619250" y="357187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C750EAF-4609-67DC-C012-60758125EBF6}"/>
              </a:ext>
            </a:extLst>
          </p:cNvPr>
          <p:cNvSpPr/>
          <p:nvPr/>
        </p:nvSpPr>
        <p:spPr>
          <a:xfrm>
            <a:off x="1524000" y="3714750"/>
            <a:ext cx="6762750" cy="1000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2000" dirty="0"/>
              <a:t>Patient enters name, ID and phone number.</a:t>
            </a:r>
          </a:p>
          <a:p>
            <a:pPr>
              <a:lnSpc>
                <a:spcPct val="140000"/>
              </a:lnSpc>
            </a:pPr>
            <a:endParaRPr lang="en-US" sz="20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6C3EAEA4-A817-7FF4-E382-4A1C8B0B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170569"/>
            <a:ext cx="7620000" cy="171450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297F2DBE-A586-FA91-4D7B-9E0278D31177}"/>
              </a:ext>
            </a:extLst>
          </p:cNvPr>
          <p:cNvSpPr/>
          <p:nvPr/>
        </p:nvSpPr>
        <p:spPr>
          <a:xfrm>
            <a:off x="1619250" y="5524500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Patient Visit</a:t>
            </a:r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830C443-9625-7D61-AA6E-CC9953AB7A22}"/>
              </a:ext>
            </a:extLst>
          </p:cNvPr>
          <p:cNvSpPr/>
          <p:nvPr/>
        </p:nvSpPr>
        <p:spPr>
          <a:xfrm>
            <a:off x="1619250" y="6335630"/>
            <a:ext cx="6667500" cy="33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</a:defRPr>
            </a:pPr>
            <a:r>
              <a:rPr lang="en-US" sz="2000" dirty="0"/>
              <a:t>Patient provides the reason for the visit.</a:t>
            </a:r>
          </a:p>
          <a:p>
            <a:pPr>
              <a:lnSpc>
                <a:spcPct val="140000"/>
              </a:lnSpc>
            </a:pPr>
            <a:endParaRPr lang="en-US" sz="20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75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71B874EC-20C7-FAFB-8795-C1A89432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143750"/>
            <a:ext cx="7620000" cy="171450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494EFBB2-C0B0-26A3-7E8C-CF8A7F4409C6}"/>
              </a:ext>
            </a:extLst>
          </p:cNvPr>
          <p:cNvSpPr/>
          <p:nvPr/>
        </p:nvSpPr>
        <p:spPr>
          <a:xfrm>
            <a:off x="1619250" y="7477125"/>
            <a:ext cx="666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Appointment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BC9F34F-9AA7-E0F9-0A08-627B45E7C187}"/>
              </a:ext>
            </a:extLst>
          </p:cNvPr>
          <p:cNvSpPr/>
          <p:nvPr/>
        </p:nvSpPr>
        <p:spPr>
          <a:xfrm>
            <a:off x="1524000" y="8162923"/>
            <a:ext cx="6762750" cy="457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2000" dirty="0"/>
              <a:t>Patient selects appointment date and time.</a:t>
            </a:r>
          </a:p>
          <a:p>
            <a:pPr>
              <a:lnSpc>
                <a:spcPct val="140000"/>
              </a:lnSpc>
            </a:pPr>
            <a:endParaRPr lang="en-US" sz="1875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D45FDFD-4F31-5978-5F2F-7ED7A3987D38}"/>
              </a:ext>
            </a:extLst>
          </p:cNvPr>
          <p:cNvSpPr/>
          <p:nvPr/>
        </p:nvSpPr>
        <p:spPr>
          <a:xfrm>
            <a:off x="9715500" y="3714750"/>
            <a:ext cx="7048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A0834D83-D069-B492-1375-CDD528CE8843}"/>
              </a:ext>
            </a:extLst>
          </p:cNvPr>
          <p:cNvSpPr/>
          <p:nvPr/>
        </p:nvSpPr>
        <p:spPr>
          <a:xfrm>
            <a:off x="9715500" y="4286250"/>
            <a:ext cx="7048500" cy="2990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endParaRPr lang="en-US" sz="2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21A1D-5365-EA50-15F2-4FAD4101A49A}"/>
              </a:ext>
            </a:extLst>
          </p:cNvPr>
          <p:cNvSpPr txBox="1"/>
          <p:nvPr/>
        </p:nvSpPr>
        <p:spPr>
          <a:xfrm>
            <a:off x="1524000" y="336485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Patient Details</a:t>
            </a:r>
            <a:endParaRPr lang="en-US" sz="24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0CE231C0-ABCB-5221-286B-30A8DED4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6501638"/>
            <a:ext cx="7620000" cy="1714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E3C35C4-4D99-BC78-C31F-1F126E528708}"/>
              </a:ext>
            </a:extLst>
          </p:cNvPr>
          <p:cNvSpPr txBox="1"/>
          <p:nvPr/>
        </p:nvSpPr>
        <p:spPr>
          <a:xfrm>
            <a:off x="9348537" y="666749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Information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6F17C5-56AE-5371-775C-EDD79608445E}"/>
              </a:ext>
            </a:extLst>
          </p:cNvPr>
          <p:cNvSpPr txBox="1"/>
          <p:nvPr/>
        </p:nvSpPr>
        <p:spPr>
          <a:xfrm>
            <a:off x="9455279" y="7333638"/>
            <a:ext cx="9313984" cy="133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dirty="0"/>
              <a:t>Appointment information is stored using Local Storage.</a:t>
            </a:r>
          </a:p>
          <a:p>
            <a:pPr>
              <a:lnSpc>
                <a:spcPct val="140000"/>
              </a:lnSpc>
            </a:pPr>
            <a:endParaRPr lang="en-US" sz="2000" dirty="0"/>
          </a:p>
          <a:p>
            <a:pPr>
              <a:lnSpc>
                <a:spcPct val="140000"/>
              </a:lnSpc>
            </a:pPr>
            <a:endParaRPr lang="en-US" sz="20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568B61BC-D7DB-4191-4CCF-B9770B6DF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4250307"/>
            <a:ext cx="7620000" cy="1714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9FEE06-5C79-8509-9A6F-BEF4AB398EA4}"/>
              </a:ext>
            </a:extLst>
          </p:cNvPr>
          <p:cNvSpPr txBox="1"/>
          <p:nvPr/>
        </p:nvSpPr>
        <p:spPr>
          <a:xfrm>
            <a:off x="9276348" y="4522346"/>
            <a:ext cx="9420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43"/>
                </a:solidFill>
                <a:latin typeface="Poppins" pitchFamily="34" charset="0"/>
                <a:cs typeface="Poppins" pitchFamily="34" charset="-120"/>
              </a:rPr>
              <a:t>Patient Selection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62736-B54D-FB58-91B7-7BB784175AA3}"/>
              </a:ext>
            </a:extLst>
          </p:cNvPr>
          <p:cNvSpPr txBox="1"/>
          <p:nvPr/>
        </p:nvSpPr>
        <p:spPr>
          <a:xfrm>
            <a:off x="9348537" y="5064740"/>
            <a:ext cx="9420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</a:defRPr>
            </a:pPr>
            <a:r>
              <a:rPr lang="en-US" sz="2000" dirty="0"/>
              <a:t>Patient selects an existing doctor.</a:t>
            </a:r>
          </a:p>
        </p:txBody>
      </p:sp>
    </p:spTree>
    <p:extLst>
      <p:ext uri="{BB962C8B-B14F-4D97-AF65-F5344CB8AC3E}">
        <p14:creationId xmlns:p14="http://schemas.microsoft.com/office/powerpoint/2010/main" val="116477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B6B66D-B47E-70E8-F27D-01EE3209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" y="0"/>
            <a:ext cx="18243697" cy="1028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6E3D73-00F8-D482-92E3-424B3794F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77" y="257907"/>
            <a:ext cx="6236677" cy="7385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2007ED-EE8C-1ADB-BB09-99BBE73ED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0134" y="3557954"/>
            <a:ext cx="6601682" cy="67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46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6F42506-C234-38EA-880D-E10B1474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554" y="2211997"/>
            <a:ext cx="7643446" cy="5810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1278BA-60E9-5769-47ED-91804D9C79EF}"/>
              </a:ext>
            </a:extLst>
          </p:cNvPr>
          <p:cNvSpPr txBox="1"/>
          <p:nvPr/>
        </p:nvSpPr>
        <p:spPr>
          <a:xfrm>
            <a:off x="12341469" y="4501531"/>
            <a:ext cx="1021666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292B"/>
                </a:solidFill>
                <a:highlight>
                  <a:srgbClr val="00FFFF"/>
                </a:highlight>
                <a:latin typeface="Poppins" pitchFamily="34" charset="0"/>
                <a:cs typeface="Poppins" pitchFamily="34" charset="-120"/>
              </a:rPr>
              <a:t>THANK YOU</a:t>
            </a:r>
            <a:endParaRPr lang="en-US" sz="5100" dirty="0">
              <a:highlight>
                <a:srgbClr val="00FFFF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18E4C5-F9B8-0775-ED36-314A8BA5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5" y="410308"/>
            <a:ext cx="10257693" cy="9413629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C724838-FF82-F4F0-666B-2B7048067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4088" y="4440847"/>
            <a:ext cx="937847" cy="9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767</Words>
  <Application>Microsoft Office PowerPoint</Application>
  <PresentationFormat>Custom</PresentationFormat>
  <Paragraphs>146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1c7525c0-1a86-413a-9697-41d5d5ac8366</dc:title>
  <dc:subject>Presentation Export</dc:subject>
  <dc:creator>Design Export</dc:creator>
  <cp:lastModifiedBy>MOHANA KRISHNA REDDY MALLIDI</cp:lastModifiedBy>
  <cp:revision>4</cp:revision>
  <dcterms:created xsi:type="dcterms:W3CDTF">2026-09-20T16:44:43Z</dcterms:created>
  <dcterms:modified xsi:type="dcterms:W3CDTF">2026-09-30T07:19:15Z</dcterms:modified>
</cp:coreProperties>
</file>